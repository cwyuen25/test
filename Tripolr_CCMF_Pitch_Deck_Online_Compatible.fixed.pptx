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Social-responsibility commitments and pilot measures are based on the revised Tripolr CCMF application description.
CCMF Social Responsibility is a formal vetting criterion weighted at 10%.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ripolr_CCMF_Pitch_Deck/slide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ripolr_CCMF_Pitch_Deck/slide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ripolr_CCMF_Pitch_Deck/slide-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ripolr_CCMF_Pitch_Deck/slide-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ripolr_CCMF_Pitch_Deck/slide-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ripolr_CCMF_Pitch_Deck/slide-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ripolr_CCMF_Pitch_Deck/slide-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ripolr_CCMF_Pitch_Deck/slide-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ripolr_CCMF_Pitch_Deck/slide-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ripolr_CCMF_Pitch_Deck/slide-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ripolr_CCMF_Pitch_Deck_Corrected/slide-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ripolr_CCMF_Pitch_Deck/slide-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ripolr_CCMF_Pitch_Deck/slide-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ripolr_CCMF_Pitch_Deck/slide-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ripolr_CCMF_Pitch_Deck/slide-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15</Slides>
  <Notes>15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Tripolr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Tripolr CCMF Pitch Deck</dc:title>
  <dc:subject>CCMF Pitch Deck</dc:subject>
  <dc:creator>Hadrian Yuen</dc:creator>
  <cp:lastModifiedBy>Hadrian Yuen</cp:lastModifiedBy>
  <cp:revision>2</cp:revision>
  <dcterms:created xsi:type="dcterms:W3CDTF">2026-07-26T14:58:15Z</dcterms:created>
  <dcterms:modified xsi:type="dcterms:W3CDTF">2026-07-26T15:01:36Z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dd5db4b-78fb-42ac-8616-2bbd1a698c72_Enabled">
    <vt:lpwstr>true</vt:lpwstr>
  </property>
  <property fmtid="{D5CDD505-2E9C-101B-9397-08002B2CF9AE}" pid="3" name="MSIP_Label_0dd5db4b-78fb-42ac-8616-2bbd1a698c72_SetDate">
    <vt:lpwstr>2026-07-26T14:58:15Z</vt:lpwstr>
  </property>
  <property fmtid="{D5CDD505-2E9C-101B-9397-08002B2CF9AE}" pid="4" name="MSIP_Label_0dd5db4b-78fb-42ac-8616-2bbd1a698c72_Method">
    <vt:lpwstr>Standard</vt:lpwstr>
  </property>
  <property fmtid="{D5CDD505-2E9C-101B-9397-08002B2CF9AE}" pid="5" name="MSIP_Label_0dd5db4b-78fb-42ac-8616-2bbd1a698c72_Name">
    <vt:lpwstr>EXTERNAL</vt:lpwstr>
  </property>
  <property fmtid="{D5CDD505-2E9C-101B-9397-08002B2CF9AE}" pid="6" name="MSIP_Label_0dd5db4b-78fb-42ac-8616-2bbd1a698c72_SiteId">
    <vt:lpwstr>5d3e2773-e07f-4432-a630-1a0f68a28a05</vt:lpwstr>
  </property>
  <property fmtid="{D5CDD505-2E9C-101B-9397-08002B2CF9AE}" pid="7" name="MSIP_Label_0dd5db4b-78fb-42ac-8616-2bbd1a698c72_ActionId">
    <vt:lpwstr>78bb4ccd-5c63-4078-8740-cbea96fc354f</vt:lpwstr>
  </property>
  <property fmtid="{D5CDD505-2E9C-101B-9397-08002B2CF9AE}" pid="8" name="MSIP_Label_0dd5db4b-78fb-42ac-8616-2bbd1a698c72_ContentBits">
    <vt:lpwstr>0</vt:lpwstr>
  </property>
</Properties>
</file>